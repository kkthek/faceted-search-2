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25" autoAdjust="0"/>
    <p:restoredTop sz="94660"/>
  </p:normalViewPr>
  <p:slideViewPr>
    <p:cSldViewPr snapToGrid="0">
      <p:cViewPr varScale="1">
        <p:scale>
          <a:sx n="119" d="100"/>
          <a:sy n="119" d="100"/>
        </p:scale>
        <p:origin x="96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9894F04-E4EB-B404-2419-C9675F4985B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2D2BA7E1-9E81-2BB4-9E30-F10CE524BF8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ECC6058-4F80-B051-884F-86E3BC5F61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5A1C73-02CE-4753-B73A-13A266655F5B}" type="datetimeFigureOut">
              <a:rPr lang="de-DE" smtClean="0"/>
              <a:t>11.06.2026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18D51C5-6AFF-96D6-266C-0A94543E7F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86DB267-9C6B-0613-3C3A-7A35228665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5B047B-373F-4186-8BEA-9CEA9EC4FB6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849570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6337E89-0164-6EA8-705D-5B66963F81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08981D1-7104-647A-196D-CB7B114C31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C259A91-81EB-FBC0-AB6B-32DD5EA30D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5A1C73-02CE-4753-B73A-13A266655F5B}" type="datetimeFigureOut">
              <a:rPr lang="de-DE" smtClean="0"/>
              <a:t>11.06.2026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5EFD0DD-AE63-436E-7568-D840A423E8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F20841A-DDEA-D3B4-A0A4-9B1A302821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5B047B-373F-4186-8BEA-9CEA9EC4FB6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225260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7E335F8-C677-0C80-FABA-0540E4472D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5B70C21D-FA92-C878-5215-64866277C4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FAF1B05-C7A8-16E2-931C-D657EF3D6E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5A1C73-02CE-4753-B73A-13A266655F5B}" type="datetimeFigureOut">
              <a:rPr lang="de-DE" smtClean="0"/>
              <a:t>11.06.2026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9570EDC-D73A-2339-1C07-E18679DA5B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97D1E70-F047-A4EC-72D3-BD70976383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5B047B-373F-4186-8BEA-9CEA9EC4FB6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651806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B8F7CC1-CD6D-7B86-25E3-33CCB4718C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E671571-7583-6606-AF50-2432EDDDD49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9205E4DC-7483-891D-F189-26D883D36C6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40C611E4-238D-D9EE-85C1-4057AFA431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5A1C73-02CE-4753-B73A-13A266655F5B}" type="datetimeFigureOut">
              <a:rPr lang="de-DE" smtClean="0"/>
              <a:t>11.06.2026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2E0F2270-2B84-980D-39AA-A2C077F4A1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18A65C98-4612-24F8-9826-2529BF077E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5B047B-373F-4186-8BEA-9CEA9EC4FB6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143945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C0B701E-3F3B-CC9B-6A84-6EC3DD40BF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4D943D50-A576-D6BA-9382-5AC9467296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4033AD3C-6728-8403-36B3-60505B13C48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81382058-987E-5B5F-4A2F-23D499290AB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82EC8BBF-E7AF-7A24-16C9-CA6A8A4D23D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3C031A24-9478-1701-A8B8-CE524F61EA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5A1C73-02CE-4753-B73A-13A266655F5B}" type="datetimeFigureOut">
              <a:rPr lang="de-DE" smtClean="0"/>
              <a:t>11.06.2026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B652DA00-B143-1AE0-11FF-1ABE600224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31AD1F14-81EC-D0C1-A188-75D0661B47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5B047B-373F-4186-8BEA-9CEA9EC4FB6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122019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DCB9CBE-FA24-F845-9D71-FBAD668C36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5FF9DD54-9E4C-3450-38B4-DB602345F1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5A1C73-02CE-4753-B73A-13A266655F5B}" type="datetimeFigureOut">
              <a:rPr lang="de-DE" smtClean="0"/>
              <a:t>11.06.2026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73BB7444-E954-98AA-EDFD-9F7F5A9FB9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F71ABEF1-A501-F1B7-086E-E9F092046F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5B047B-373F-4186-8BEA-9CEA9EC4FB6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747512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2354C2CC-C1FD-DFD0-C987-340AF3694D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5A1C73-02CE-4753-B73A-13A266655F5B}" type="datetimeFigureOut">
              <a:rPr lang="de-DE" smtClean="0"/>
              <a:t>11.06.2026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7ED2E62A-4815-E761-E570-37F25BCAF9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F648C1A1-E912-41EC-3424-5F1EA17B35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5B047B-373F-4186-8BEA-9CEA9EC4FB6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088745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0791072-7AFA-94E5-AD60-5DBEB59CFF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C48BCE4-9D9C-5A11-A7F9-55B30F0435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8B17358C-FCDF-1383-0BC0-F407096175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2551707E-3F3E-D0A7-E458-D7768E4922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5A1C73-02CE-4753-B73A-13A266655F5B}" type="datetimeFigureOut">
              <a:rPr lang="de-DE" smtClean="0"/>
              <a:t>11.06.2026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B1334229-0774-45A0-A6FC-F3A66BEC5D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6E524A23-21D7-2B26-7CCA-61560D4C8C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5B047B-373F-4186-8BEA-9CEA9EC4FB6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354174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4B2740F-B4AA-0DB3-E955-80E6DA8A90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F1AAC75A-C9A0-1ABE-B212-3A7F5DB4BA0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007247A7-8ECF-C016-96C9-5418C3D351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1F23ADBB-951F-C59B-67F3-0E9D54D8E1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5A1C73-02CE-4753-B73A-13A266655F5B}" type="datetimeFigureOut">
              <a:rPr lang="de-DE" smtClean="0"/>
              <a:t>11.06.2026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70344C76-757E-2B74-D672-153C0A76BD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6C986CA5-BD0D-A563-B676-58F2077B27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5B047B-373F-4186-8BEA-9CEA9EC4FB6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611379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6215211-B981-6F32-C71B-57C8C689A9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987FE0AD-C72D-1C01-B890-19A363A6A9F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6843464-390B-249C-12BF-38A44A646D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5A1C73-02CE-4753-B73A-13A266655F5B}" type="datetimeFigureOut">
              <a:rPr lang="de-DE" smtClean="0"/>
              <a:t>11.06.2026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CE8E450-78CD-1597-DC27-B14551B6D1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CF418F9-C7FD-0422-0D3E-CF6E2C0F29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5B047B-373F-4186-8BEA-9CEA9EC4FB6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43613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043681DA-E42C-7863-4CF1-A089B567BF1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2BEC93EC-729D-6D49-DF6F-22077012805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D81C8FE-D2A1-D6EC-3EFA-CB8A6E1955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5A1C73-02CE-4753-B73A-13A266655F5B}" type="datetimeFigureOut">
              <a:rPr lang="de-DE" smtClean="0"/>
              <a:t>11.06.2026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4A99DA5-0940-25CF-39A9-8818DE3AA3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EBFDBE3-8F27-4034-19AE-1C75B23462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5B047B-373F-4186-8BEA-9CEA9EC4FB6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289766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CE892B4F-F83F-DF96-0400-8BDA421C98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FFECC7B5-B7E2-BA27-1303-00BC847200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EF56F32-6934-FF34-DC77-E85842E7DAA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55A1C73-02CE-4753-B73A-13A266655F5B}" type="datetimeFigureOut">
              <a:rPr lang="de-DE" smtClean="0"/>
              <a:t>11.06.2026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D98FAFF-CE75-1E28-C4A1-2838D6488A4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557B320-9A5E-7D98-195B-0038718227D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75B047B-373F-4186-8BEA-9CEA9EC4FB6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866778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BE1039D-4323-CB92-EFF2-5FEE20D0ECC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 dirty="0"/>
              <a:t>DIQA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9E193F8A-DB14-CEA7-EB2A-5B59C4E0239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de-DE" dirty="0" err="1"/>
              <a:t>What</a:t>
            </a:r>
            <a:r>
              <a:rPr lang="de-DE" dirty="0"/>
              <a:t> </a:t>
            </a:r>
            <a:r>
              <a:rPr lang="de-DE" dirty="0" err="1"/>
              <a:t>is</a:t>
            </a:r>
            <a:r>
              <a:rPr lang="de-DE" dirty="0"/>
              <a:t> Lorem Ipsum?</a:t>
            </a:r>
          </a:p>
          <a:p>
            <a:r>
              <a:rPr lang="de-DE" b="1" dirty="0"/>
              <a:t>Lorem Ipsum</a:t>
            </a:r>
            <a:r>
              <a:rPr lang="de-DE" dirty="0"/>
              <a:t> </a:t>
            </a:r>
            <a:r>
              <a:rPr lang="de-DE" dirty="0" err="1"/>
              <a:t>is</a:t>
            </a:r>
            <a:r>
              <a:rPr lang="de-DE" dirty="0"/>
              <a:t> </a:t>
            </a:r>
            <a:r>
              <a:rPr lang="de-DE" dirty="0" err="1"/>
              <a:t>simply</a:t>
            </a:r>
            <a:r>
              <a:rPr lang="de-DE" dirty="0"/>
              <a:t> </a:t>
            </a:r>
            <a:r>
              <a:rPr lang="de-DE" dirty="0" err="1"/>
              <a:t>dummy</a:t>
            </a:r>
            <a:r>
              <a:rPr lang="de-DE" dirty="0"/>
              <a:t> </a:t>
            </a:r>
            <a:r>
              <a:rPr lang="de-DE" dirty="0" err="1"/>
              <a:t>text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printing</a:t>
            </a:r>
            <a:r>
              <a:rPr lang="de-DE" dirty="0"/>
              <a:t> and </a:t>
            </a:r>
            <a:r>
              <a:rPr lang="de-DE" dirty="0" err="1"/>
              <a:t>typesetting</a:t>
            </a:r>
            <a:r>
              <a:rPr lang="de-DE" dirty="0"/>
              <a:t> </a:t>
            </a:r>
            <a:r>
              <a:rPr lang="de-DE" dirty="0" err="1"/>
              <a:t>industry</a:t>
            </a:r>
            <a:r>
              <a:rPr lang="de-DE" dirty="0"/>
              <a:t>. Lorem Ipsum </a:t>
            </a:r>
            <a:r>
              <a:rPr lang="de-DE" dirty="0" err="1"/>
              <a:t>has</a:t>
            </a:r>
            <a:r>
              <a:rPr lang="de-DE" dirty="0"/>
              <a:t> </a:t>
            </a:r>
            <a:r>
              <a:rPr lang="de-DE" dirty="0" err="1"/>
              <a:t>been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industry's</a:t>
            </a:r>
            <a:r>
              <a:rPr lang="de-DE" dirty="0"/>
              <a:t> </a:t>
            </a:r>
            <a:r>
              <a:rPr lang="de-DE" dirty="0" err="1"/>
              <a:t>standard</a:t>
            </a:r>
            <a:r>
              <a:rPr lang="de-DE" dirty="0"/>
              <a:t> </a:t>
            </a:r>
            <a:r>
              <a:rPr lang="de-DE" dirty="0" err="1"/>
              <a:t>dummy</a:t>
            </a:r>
            <a:r>
              <a:rPr lang="de-DE" dirty="0"/>
              <a:t> </a:t>
            </a:r>
            <a:r>
              <a:rPr lang="de-DE" dirty="0" err="1"/>
              <a:t>text</a:t>
            </a:r>
            <a:r>
              <a:rPr lang="de-DE" dirty="0"/>
              <a:t> </a:t>
            </a:r>
            <a:r>
              <a:rPr lang="de-DE" dirty="0" err="1"/>
              <a:t>ever</a:t>
            </a:r>
            <a:r>
              <a:rPr lang="de-DE" dirty="0"/>
              <a:t> </a:t>
            </a:r>
            <a:r>
              <a:rPr lang="de-DE" dirty="0" err="1"/>
              <a:t>since</a:t>
            </a:r>
            <a:r>
              <a:rPr lang="de-DE" dirty="0"/>
              <a:t> 1966, </a:t>
            </a:r>
            <a:r>
              <a:rPr lang="de-DE" dirty="0" err="1"/>
              <a:t>when</a:t>
            </a:r>
            <a:r>
              <a:rPr lang="de-DE" dirty="0"/>
              <a:t> </a:t>
            </a:r>
            <a:r>
              <a:rPr lang="de-DE" dirty="0" err="1"/>
              <a:t>designers</a:t>
            </a:r>
            <a:r>
              <a:rPr lang="de-DE" dirty="0"/>
              <a:t> at </a:t>
            </a:r>
            <a:r>
              <a:rPr lang="de-DE" dirty="0" err="1"/>
              <a:t>Letraset</a:t>
            </a:r>
            <a:r>
              <a:rPr lang="de-DE" dirty="0"/>
              <a:t> and James Mosley,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librarian</a:t>
            </a:r>
            <a:r>
              <a:rPr lang="de-DE" dirty="0"/>
              <a:t> at St Bride </a:t>
            </a:r>
            <a:r>
              <a:rPr lang="de-DE" dirty="0" err="1"/>
              <a:t>Printing</a:t>
            </a:r>
            <a:r>
              <a:rPr lang="de-DE" dirty="0"/>
              <a:t> Library, </a:t>
            </a:r>
            <a:r>
              <a:rPr lang="de-DE" dirty="0" err="1"/>
              <a:t>took</a:t>
            </a:r>
            <a:r>
              <a:rPr lang="de-DE" dirty="0"/>
              <a:t> a 1914 Cicero </a:t>
            </a:r>
            <a:r>
              <a:rPr lang="de-DE" dirty="0" err="1"/>
              <a:t>translation</a:t>
            </a:r>
            <a:r>
              <a:rPr lang="de-DE" dirty="0"/>
              <a:t> and </a:t>
            </a:r>
            <a:r>
              <a:rPr lang="de-DE" dirty="0" err="1"/>
              <a:t>scrambled</a:t>
            </a:r>
            <a:r>
              <a:rPr lang="de-DE" dirty="0"/>
              <a:t> </a:t>
            </a:r>
            <a:r>
              <a:rPr lang="de-DE" dirty="0" err="1"/>
              <a:t>it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make</a:t>
            </a:r>
            <a:r>
              <a:rPr lang="de-DE" dirty="0"/>
              <a:t> </a:t>
            </a:r>
            <a:r>
              <a:rPr lang="de-DE" dirty="0" err="1"/>
              <a:t>dummy</a:t>
            </a:r>
            <a:r>
              <a:rPr lang="de-DE" dirty="0"/>
              <a:t> </a:t>
            </a:r>
            <a:r>
              <a:rPr lang="de-DE" dirty="0" err="1"/>
              <a:t>text</a:t>
            </a:r>
            <a:r>
              <a:rPr lang="de-DE" dirty="0"/>
              <a:t> </a:t>
            </a:r>
            <a:r>
              <a:rPr lang="de-DE" dirty="0" err="1"/>
              <a:t>for</a:t>
            </a:r>
            <a:r>
              <a:rPr lang="de-DE" dirty="0"/>
              <a:t> </a:t>
            </a:r>
            <a:r>
              <a:rPr lang="de-DE" dirty="0" err="1"/>
              <a:t>Letraset's</a:t>
            </a:r>
            <a:r>
              <a:rPr lang="de-DE" dirty="0"/>
              <a:t> Body Type </a:t>
            </a:r>
            <a:r>
              <a:rPr lang="de-DE" dirty="0" err="1"/>
              <a:t>sheets</a:t>
            </a:r>
            <a:r>
              <a:rPr lang="de-DE" dirty="0"/>
              <a:t>. </a:t>
            </a:r>
            <a:r>
              <a:rPr lang="de-DE" dirty="0" err="1"/>
              <a:t>It</a:t>
            </a:r>
            <a:r>
              <a:rPr lang="de-DE" dirty="0"/>
              <a:t> </a:t>
            </a:r>
            <a:r>
              <a:rPr lang="de-DE" dirty="0" err="1"/>
              <a:t>has</a:t>
            </a:r>
            <a:r>
              <a:rPr lang="de-DE" dirty="0"/>
              <a:t> </a:t>
            </a:r>
            <a:r>
              <a:rPr lang="de-DE" dirty="0" err="1"/>
              <a:t>survived</a:t>
            </a:r>
            <a:r>
              <a:rPr lang="de-DE" dirty="0"/>
              <a:t> not </a:t>
            </a:r>
            <a:r>
              <a:rPr lang="de-DE" dirty="0" err="1"/>
              <a:t>only</a:t>
            </a:r>
            <a:r>
              <a:rPr lang="de-DE" dirty="0"/>
              <a:t> </a:t>
            </a:r>
            <a:r>
              <a:rPr lang="de-DE" dirty="0" err="1"/>
              <a:t>many</a:t>
            </a:r>
            <a:r>
              <a:rPr lang="de-DE" dirty="0"/>
              <a:t> </a:t>
            </a:r>
            <a:r>
              <a:rPr lang="de-DE" dirty="0" err="1"/>
              <a:t>decades</a:t>
            </a:r>
            <a:r>
              <a:rPr lang="de-DE" dirty="0"/>
              <a:t>, but also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leap</a:t>
            </a:r>
            <a:r>
              <a:rPr lang="de-DE" dirty="0"/>
              <a:t> </a:t>
            </a:r>
            <a:r>
              <a:rPr lang="de-DE" dirty="0" err="1"/>
              <a:t>into</a:t>
            </a:r>
            <a:r>
              <a:rPr lang="de-DE" dirty="0"/>
              <a:t> electronic </a:t>
            </a:r>
            <a:r>
              <a:rPr lang="de-DE" dirty="0" err="1"/>
              <a:t>typesetting</a:t>
            </a:r>
            <a:r>
              <a:rPr lang="de-DE" dirty="0"/>
              <a:t>, </a:t>
            </a:r>
            <a:r>
              <a:rPr lang="de-DE" dirty="0" err="1"/>
              <a:t>remaining</a:t>
            </a:r>
            <a:r>
              <a:rPr lang="de-DE" dirty="0"/>
              <a:t> </a:t>
            </a:r>
            <a:r>
              <a:rPr lang="de-DE" dirty="0" err="1"/>
              <a:t>essentially</a:t>
            </a:r>
            <a:r>
              <a:rPr lang="de-DE" dirty="0"/>
              <a:t> </a:t>
            </a:r>
            <a:r>
              <a:rPr lang="de-DE" dirty="0" err="1"/>
              <a:t>unchanged</a:t>
            </a:r>
            <a:r>
              <a:rPr lang="de-DE" dirty="0"/>
              <a:t>. </a:t>
            </a:r>
            <a:r>
              <a:rPr lang="de-DE" dirty="0" err="1"/>
              <a:t>It</a:t>
            </a:r>
            <a:r>
              <a:rPr lang="de-DE" dirty="0"/>
              <a:t> was </a:t>
            </a:r>
            <a:r>
              <a:rPr lang="de-DE" dirty="0" err="1"/>
              <a:t>popularised</a:t>
            </a:r>
            <a:r>
              <a:rPr lang="de-DE" dirty="0"/>
              <a:t> </a:t>
            </a:r>
            <a:r>
              <a:rPr lang="de-DE" dirty="0" err="1"/>
              <a:t>thanks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these</a:t>
            </a:r>
            <a:r>
              <a:rPr lang="de-DE" dirty="0"/>
              <a:t> </a:t>
            </a:r>
            <a:r>
              <a:rPr lang="de-DE" dirty="0" err="1"/>
              <a:t>sheets</a:t>
            </a:r>
            <a:r>
              <a:rPr lang="de-DE" dirty="0"/>
              <a:t> and </a:t>
            </a:r>
            <a:r>
              <a:rPr lang="de-DE" dirty="0" err="1"/>
              <a:t>more</a:t>
            </a:r>
            <a:r>
              <a:rPr lang="de-DE" dirty="0"/>
              <a:t> </a:t>
            </a:r>
            <a:r>
              <a:rPr lang="de-DE" dirty="0" err="1"/>
              <a:t>recently</a:t>
            </a:r>
            <a:r>
              <a:rPr lang="de-DE" dirty="0"/>
              <a:t> </a:t>
            </a:r>
            <a:r>
              <a:rPr lang="de-DE" dirty="0" err="1"/>
              <a:t>with</a:t>
            </a:r>
            <a:r>
              <a:rPr lang="de-DE" dirty="0"/>
              <a:t> </a:t>
            </a:r>
            <a:r>
              <a:rPr lang="de-DE" dirty="0" err="1"/>
              <a:t>desktop</a:t>
            </a:r>
            <a:r>
              <a:rPr lang="de-DE" dirty="0"/>
              <a:t> </a:t>
            </a:r>
            <a:r>
              <a:rPr lang="de-DE" dirty="0" err="1"/>
              <a:t>publishing</a:t>
            </a:r>
            <a:r>
              <a:rPr lang="de-DE" dirty="0"/>
              <a:t> </a:t>
            </a:r>
            <a:r>
              <a:rPr lang="de-DE" dirty="0" err="1"/>
              <a:t>software</a:t>
            </a:r>
            <a:r>
              <a:rPr lang="de-DE" dirty="0"/>
              <a:t> </a:t>
            </a:r>
            <a:r>
              <a:rPr lang="de-DE" dirty="0" err="1"/>
              <a:t>including</a:t>
            </a:r>
            <a:r>
              <a:rPr lang="de-DE" dirty="0"/>
              <a:t> </a:t>
            </a:r>
            <a:r>
              <a:rPr lang="de-DE" dirty="0" err="1"/>
              <a:t>versions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Lorem Ipsum.</a:t>
            </a:r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9966667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B68B824-E820-D9F6-4259-1DEB81EE3C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DIQA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7E31F0D-B432-B04C-2A1D-66771A80C3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de-DE" dirty="0" err="1"/>
              <a:t>Where</a:t>
            </a:r>
            <a:r>
              <a:rPr lang="de-DE" dirty="0"/>
              <a:t> </a:t>
            </a:r>
            <a:r>
              <a:rPr lang="de-DE" dirty="0" err="1"/>
              <a:t>does</a:t>
            </a:r>
            <a:r>
              <a:rPr lang="de-DE" dirty="0"/>
              <a:t> </a:t>
            </a:r>
            <a:r>
              <a:rPr lang="de-DE" dirty="0" err="1"/>
              <a:t>it</a:t>
            </a:r>
            <a:r>
              <a:rPr lang="de-DE" dirty="0"/>
              <a:t> </a:t>
            </a:r>
            <a:r>
              <a:rPr lang="de-DE" dirty="0" err="1"/>
              <a:t>come</a:t>
            </a:r>
            <a:r>
              <a:rPr lang="de-DE" dirty="0"/>
              <a:t> </a:t>
            </a:r>
            <a:r>
              <a:rPr lang="de-DE" dirty="0" err="1"/>
              <a:t>from</a:t>
            </a:r>
            <a:r>
              <a:rPr lang="de-DE" dirty="0"/>
              <a:t>?</a:t>
            </a:r>
          </a:p>
          <a:p>
            <a:r>
              <a:rPr lang="de-DE" dirty="0" err="1"/>
              <a:t>Contrary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popular</a:t>
            </a:r>
            <a:r>
              <a:rPr lang="de-DE" dirty="0"/>
              <a:t> belief, Lorem Ipsum </a:t>
            </a:r>
            <a:r>
              <a:rPr lang="de-DE" dirty="0" err="1"/>
              <a:t>is</a:t>
            </a:r>
            <a:r>
              <a:rPr lang="de-DE" dirty="0"/>
              <a:t> not </a:t>
            </a:r>
            <a:r>
              <a:rPr lang="de-DE" dirty="0" err="1"/>
              <a:t>simply</a:t>
            </a:r>
            <a:r>
              <a:rPr lang="de-DE" dirty="0"/>
              <a:t> </a:t>
            </a:r>
            <a:r>
              <a:rPr lang="de-DE" dirty="0" err="1"/>
              <a:t>random</a:t>
            </a:r>
            <a:r>
              <a:rPr lang="de-DE" dirty="0"/>
              <a:t> </a:t>
            </a:r>
            <a:r>
              <a:rPr lang="de-DE" dirty="0" err="1"/>
              <a:t>text</a:t>
            </a:r>
            <a:r>
              <a:rPr lang="de-DE" dirty="0"/>
              <a:t>. </a:t>
            </a:r>
            <a:r>
              <a:rPr lang="de-DE" dirty="0" err="1"/>
              <a:t>It</a:t>
            </a:r>
            <a:r>
              <a:rPr lang="de-DE" dirty="0"/>
              <a:t> </a:t>
            </a:r>
            <a:r>
              <a:rPr lang="de-DE" dirty="0" err="1"/>
              <a:t>has</a:t>
            </a:r>
            <a:r>
              <a:rPr lang="de-DE" dirty="0"/>
              <a:t> </a:t>
            </a:r>
            <a:r>
              <a:rPr lang="de-DE" dirty="0" err="1"/>
              <a:t>roots</a:t>
            </a:r>
            <a:r>
              <a:rPr lang="de-DE" dirty="0"/>
              <a:t> in a </a:t>
            </a:r>
            <a:r>
              <a:rPr lang="de-DE" dirty="0" err="1"/>
              <a:t>piece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classical</a:t>
            </a:r>
            <a:r>
              <a:rPr lang="de-DE" dirty="0"/>
              <a:t> </a:t>
            </a:r>
            <a:r>
              <a:rPr lang="de-DE" dirty="0" err="1"/>
              <a:t>Latin</a:t>
            </a:r>
            <a:r>
              <a:rPr lang="de-DE" dirty="0"/>
              <a:t> </a:t>
            </a:r>
            <a:r>
              <a:rPr lang="de-DE" dirty="0" err="1"/>
              <a:t>literature</a:t>
            </a:r>
            <a:r>
              <a:rPr lang="de-DE" dirty="0"/>
              <a:t> </a:t>
            </a:r>
            <a:r>
              <a:rPr lang="de-DE" dirty="0" err="1"/>
              <a:t>from</a:t>
            </a:r>
            <a:r>
              <a:rPr lang="de-DE" dirty="0"/>
              <a:t> 45 BC, </a:t>
            </a:r>
            <a:r>
              <a:rPr lang="de-DE" dirty="0" err="1"/>
              <a:t>making</a:t>
            </a:r>
            <a:r>
              <a:rPr lang="de-DE" dirty="0"/>
              <a:t> </a:t>
            </a:r>
            <a:r>
              <a:rPr lang="de-DE" dirty="0" err="1"/>
              <a:t>it</a:t>
            </a:r>
            <a:r>
              <a:rPr lang="de-DE" dirty="0"/>
              <a:t> </a:t>
            </a:r>
            <a:r>
              <a:rPr lang="de-DE" dirty="0" err="1"/>
              <a:t>over</a:t>
            </a:r>
            <a:r>
              <a:rPr lang="de-DE" dirty="0"/>
              <a:t> 2000 </a:t>
            </a:r>
            <a:r>
              <a:rPr lang="de-DE" dirty="0" err="1"/>
              <a:t>years</a:t>
            </a:r>
            <a:r>
              <a:rPr lang="de-DE" dirty="0"/>
              <a:t> </a:t>
            </a:r>
            <a:r>
              <a:rPr lang="de-DE" dirty="0" err="1"/>
              <a:t>old</a:t>
            </a:r>
            <a:r>
              <a:rPr lang="de-DE" dirty="0"/>
              <a:t>. Richard McClintock, a </a:t>
            </a:r>
            <a:r>
              <a:rPr lang="de-DE" dirty="0" err="1"/>
              <a:t>Latin</a:t>
            </a:r>
            <a:r>
              <a:rPr lang="de-DE" dirty="0"/>
              <a:t> </a:t>
            </a:r>
            <a:r>
              <a:rPr lang="de-DE" dirty="0" err="1"/>
              <a:t>professor</a:t>
            </a:r>
            <a:r>
              <a:rPr lang="de-DE" dirty="0"/>
              <a:t> at Hampden-Sydney College in Virginia, </a:t>
            </a:r>
            <a:r>
              <a:rPr lang="de-DE" dirty="0" err="1"/>
              <a:t>looked</a:t>
            </a:r>
            <a:r>
              <a:rPr lang="de-DE" dirty="0"/>
              <a:t> </a:t>
            </a:r>
            <a:r>
              <a:rPr lang="de-DE" dirty="0" err="1"/>
              <a:t>up</a:t>
            </a:r>
            <a:r>
              <a:rPr lang="de-DE" dirty="0"/>
              <a:t> </a:t>
            </a:r>
            <a:r>
              <a:rPr lang="de-DE" dirty="0" err="1"/>
              <a:t>one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more</a:t>
            </a:r>
            <a:r>
              <a:rPr lang="de-DE" dirty="0"/>
              <a:t> </a:t>
            </a:r>
            <a:r>
              <a:rPr lang="de-DE" dirty="0" err="1"/>
              <a:t>obscure</a:t>
            </a:r>
            <a:r>
              <a:rPr lang="de-DE" dirty="0"/>
              <a:t> </a:t>
            </a:r>
            <a:r>
              <a:rPr lang="de-DE" dirty="0" err="1"/>
              <a:t>Latin</a:t>
            </a:r>
            <a:r>
              <a:rPr lang="de-DE" dirty="0"/>
              <a:t> </a:t>
            </a:r>
            <a:r>
              <a:rPr lang="de-DE" dirty="0" err="1"/>
              <a:t>words</a:t>
            </a:r>
            <a:r>
              <a:rPr lang="de-DE" dirty="0"/>
              <a:t>, </a:t>
            </a:r>
            <a:r>
              <a:rPr lang="de-DE" dirty="0" err="1"/>
              <a:t>consectetur</a:t>
            </a:r>
            <a:r>
              <a:rPr lang="de-DE" dirty="0"/>
              <a:t>, </a:t>
            </a:r>
            <a:r>
              <a:rPr lang="de-DE" dirty="0" err="1"/>
              <a:t>from</a:t>
            </a:r>
            <a:r>
              <a:rPr lang="de-DE" dirty="0"/>
              <a:t> a Lorem Ipsum </a:t>
            </a:r>
            <a:r>
              <a:rPr lang="de-DE" dirty="0" err="1"/>
              <a:t>passage</a:t>
            </a:r>
            <a:r>
              <a:rPr lang="de-DE" dirty="0"/>
              <a:t>, and </a:t>
            </a:r>
            <a:r>
              <a:rPr lang="de-DE" dirty="0" err="1"/>
              <a:t>going</a:t>
            </a:r>
            <a:r>
              <a:rPr lang="de-DE" dirty="0"/>
              <a:t> </a:t>
            </a:r>
            <a:r>
              <a:rPr lang="de-DE" dirty="0" err="1"/>
              <a:t>through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cites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word</a:t>
            </a:r>
            <a:r>
              <a:rPr lang="de-DE" dirty="0"/>
              <a:t> in </a:t>
            </a:r>
            <a:r>
              <a:rPr lang="de-DE" dirty="0" err="1"/>
              <a:t>classical</a:t>
            </a:r>
            <a:r>
              <a:rPr lang="de-DE" dirty="0"/>
              <a:t> </a:t>
            </a:r>
            <a:r>
              <a:rPr lang="de-DE" dirty="0" err="1"/>
              <a:t>literature</a:t>
            </a:r>
            <a:r>
              <a:rPr lang="de-DE" dirty="0"/>
              <a:t>, </a:t>
            </a:r>
            <a:r>
              <a:rPr lang="de-DE" dirty="0" err="1"/>
              <a:t>discovered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undoubtable</a:t>
            </a:r>
            <a:r>
              <a:rPr lang="de-DE" dirty="0"/>
              <a:t> source. Lorem Ipsum </a:t>
            </a:r>
            <a:r>
              <a:rPr lang="de-DE" dirty="0" err="1"/>
              <a:t>comes</a:t>
            </a:r>
            <a:r>
              <a:rPr lang="de-DE" dirty="0"/>
              <a:t> </a:t>
            </a:r>
            <a:r>
              <a:rPr lang="de-DE" dirty="0" err="1"/>
              <a:t>from</a:t>
            </a:r>
            <a:r>
              <a:rPr lang="de-DE" dirty="0"/>
              <a:t> </a:t>
            </a:r>
            <a:r>
              <a:rPr lang="de-DE" dirty="0" err="1"/>
              <a:t>sections</a:t>
            </a:r>
            <a:r>
              <a:rPr lang="de-DE" dirty="0"/>
              <a:t> 1.10.32 and 1.10.33 </a:t>
            </a:r>
            <a:r>
              <a:rPr lang="de-DE" dirty="0" err="1"/>
              <a:t>of</a:t>
            </a:r>
            <a:r>
              <a:rPr lang="de-DE" dirty="0"/>
              <a:t> "de </a:t>
            </a:r>
            <a:r>
              <a:rPr lang="de-DE" dirty="0" err="1"/>
              <a:t>Finibus</a:t>
            </a:r>
            <a:r>
              <a:rPr lang="de-DE" dirty="0"/>
              <a:t> </a:t>
            </a:r>
            <a:r>
              <a:rPr lang="de-DE" dirty="0" err="1"/>
              <a:t>Bonorum</a:t>
            </a:r>
            <a:r>
              <a:rPr lang="de-DE" dirty="0"/>
              <a:t> et </a:t>
            </a:r>
            <a:r>
              <a:rPr lang="de-DE" dirty="0" err="1"/>
              <a:t>Malorum</a:t>
            </a:r>
            <a:r>
              <a:rPr lang="de-DE" dirty="0"/>
              <a:t>" (The Extremes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Good</a:t>
            </a:r>
            <a:r>
              <a:rPr lang="de-DE" dirty="0"/>
              <a:t> and Evil) </a:t>
            </a:r>
            <a:r>
              <a:rPr lang="de-DE" dirty="0" err="1"/>
              <a:t>by</a:t>
            </a:r>
            <a:r>
              <a:rPr lang="de-DE" dirty="0"/>
              <a:t> Cicero, </a:t>
            </a:r>
            <a:r>
              <a:rPr lang="de-DE" dirty="0" err="1"/>
              <a:t>written</a:t>
            </a:r>
            <a:r>
              <a:rPr lang="de-DE" dirty="0"/>
              <a:t> in 45 BC. This </a:t>
            </a:r>
            <a:r>
              <a:rPr lang="de-DE" dirty="0" err="1"/>
              <a:t>book</a:t>
            </a:r>
            <a:r>
              <a:rPr lang="de-DE" dirty="0"/>
              <a:t> </a:t>
            </a:r>
            <a:r>
              <a:rPr lang="de-DE" dirty="0" err="1"/>
              <a:t>is</a:t>
            </a:r>
            <a:r>
              <a:rPr lang="de-DE" dirty="0"/>
              <a:t> a </a:t>
            </a:r>
            <a:r>
              <a:rPr lang="de-DE" dirty="0" err="1"/>
              <a:t>treatise</a:t>
            </a:r>
            <a:r>
              <a:rPr lang="de-DE" dirty="0"/>
              <a:t> on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theory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ethics</a:t>
            </a:r>
            <a:r>
              <a:rPr lang="de-DE" dirty="0"/>
              <a:t>, </a:t>
            </a:r>
            <a:r>
              <a:rPr lang="de-DE" dirty="0" err="1"/>
              <a:t>very</a:t>
            </a:r>
            <a:r>
              <a:rPr lang="de-DE" dirty="0"/>
              <a:t> </a:t>
            </a:r>
            <a:r>
              <a:rPr lang="de-DE" dirty="0" err="1"/>
              <a:t>popular</a:t>
            </a:r>
            <a:r>
              <a:rPr lang="de-DE" dirty="0"/>
              <a:t> </a:t>
            </a:r>
            <a:r>
              <a:rPr lang="de-DE" dirty="0" err="1"/>
              <a:t>during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Renaissance. The </a:t>
            </a:r>
            <a:r>
              <a:rPr lang="de-DE" dirty="0" err="1"/>
              <a:t>first</a:t>
            </a:r>
            <a:r>
              <a:rPr lang="de-DE" dirty="0"/>
              <a:t> </a:t>
            </a:r>
            <a:r>
              <a:rPr lang="de-DE" dirty="0" err="1"/>
              <a:t>line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Lorem Ipsum, "Lorem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r>
              <a:rPr lang="de-DE" dirty="0"/>
              <a:t>..", </a:t>
            </a:r>
            <a:r>
              <a:rPr lang="de-DE" dirty="0" err="1"/>
              <a:t>comes</a:t>
            </a:r>
            <a:r>
              <a:rPr lang="de-DE" dirty="0"/>
              <a:t> </a:t>
            </a:r>
            <a:r>
              <a:rPr lang="de-DE" dirty="0" err="1"/>
              <a:t>from</a:t>
            </a:r>
            <a:r>
              <a:rPr lang="de-DE" dirty="0"/>
              <a:t> a </a:t>
            </a:r>
            <a:r>
              <a:rPr lang="de-DE" dirty="0" err="1"/>
              <a:t>line</a:t>
            </a:r>
            <a:r>
              <a:rPr lang="de-DE" dirty="0"/>
              <a:t> in </a:t>
            </a:r>
            <a:r>
              <a:rPr lang="de-DE" dirty="0" err="1"/>
              <a:t>section</a:t>
            </a:r>
            <a:r>
              <a:rPr lang="de-DE" dirty="0"/>
              <a:t> 1.10.32.</a:t>
            </a:r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8546173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265</Words>
  <Application>Microsoft Office PowerPoint</Application>
  <PresentationFormat>Breitbild</PresentationFormat>
  <Paragraphs>6</Paragraphs>
  <Slides>2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</vt:lpstr>
      <vt:lpstr>DIQA</vt:lpstr>
      <vt:lpstr>DIQA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Kai Kühn</dc:creator>
  <cp:lastModifiedBy>Kai Kühn</cp:lastModifiedBy>
  <cp:revision>1</cp:revision>
  <dcterms:created xsi:type="dcterms:W3CDTF">2026-06-11T15:37:28Z</dcterms:created>
  <dcterms:modified xsi:type="dcterms:W3CDTF">2026-06-11T15:37:46Z</dcterms:modified>
</cp:coreProperties>
</file>